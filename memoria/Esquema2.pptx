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9266E-5D06-E8A0-F113-982F94937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75B9F7-ADB2-0D0D-BC58-817CA04B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22C047-713C-992D-E843-6AA0A061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EDD31-D6F2-F3E0-0B11-77B4E5FB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88B0F-E054-1990-CAE3-A6636EA6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9349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C16E0-2AAB-C712-5CCB-A7212B14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06B69B-6974-7FA4-8A1A-067AB79C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891DDF-CF0A-29A5-8B1F-62C37A4B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D75F7C-4073-AF04-456E-76D5DDC2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F7ECA0-7623-C166-2C9D-133CDEB2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37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8805D-5D4D-EA00-3D6E-E2AD038B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578E93-2959-EB68-47D4-63313304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82860-33DB-3EFE-462E-93BAA80E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1594BD-1C02-7DF5-A9DA-93675CCD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1EC9F-097A-5512-9DB0-AA393F44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555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1D3BD-E55E-C81F-0AA7-29E997C8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20EA9E-36C8-2CC8-B9F7-CDD4BF2F4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C4A8E4-3781-008A-778A-A7B8E4BEA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5F6CB9-8DB5-8640-E469-AED78CFA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8F4D0D-E824-1918-AF82-1FDD67A3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BAC8AF-1CD5-536C-81B2-E2663544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224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1165A-D3E9-4A39-BA8B-A5EB04F9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7FE50E-FC0B-3D52-DB2A-35075FE5B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50779C-7D7E-7B45-27F7-A3FA887FD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9282D6-CFE2-06FB-0905-A7AAFC389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3E6607-2115-446C-7647-7A0066546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913C4D-9C15-AD50-D94D-B9BE7666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B87AF0-1492-3D80-4F70-C7DD30DD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393957-7991-73A2-D7E7-89C89041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507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9A133-DD2A-8628-5C88-9D069E34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A62BAF-798B-AC7A-3027-7A1DFC62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E5EA6F-2FB7-E359-935D-EBE969FD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D3C9D0-DE23-E46D-734A-BBE6E3F5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5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6062DF-F2B0-94C6-CCD7-41B76EF6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D75278-B15D-CAD8-85EF-2C011D6F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95F1-33CF-2B39-E95A-175D6AF2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21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7685D-9F32-285B-022E-D528A819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671538-22EF-0FF7-7F8C-5AFEBD027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2399A2-C756-12EC-DD84-B6B3F9624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4D333D-67A5-ED24-4451-C3B68BE5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19175D-1A71-D3D5-7327-85CFA98B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24FDC1-A929-01F6-4D7E-673C5663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362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1790B-AFF8-BA37-96C3-25CD22B3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8B14A8-8DD7-D53A-CBC6-6D2D31579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578684-76D6-83EB-E835-4D4DAC2FF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8B0294-A039-C56C-894D-134E877A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489851-CA05-FCE6-D7C0-43F56304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494A87-544B-FF0B-B4A6-E7D2DFE4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14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E0CC5-67F4-E278-1939-022BCF11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E76C4C-E317-376A-637B-269245378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E73ACE-3746-6BDD-0FA4-13C4C161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53385A-2A31-AC33-B062-784679A6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5B4CA6-CC26-F1C3-7A1C-A6AA5B95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270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0BA04B-0CF5-2805-F0F2-AF7E1E75F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6B6413-2DE4-D6CD-0AAD-346B5DE80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8AAC46-FF48-BF99-0F6A-C89AB227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88D11-F06E-2B18-ADA1-33BDC0C2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B3AB08-16BD-EEFB-7E20-C62A82E7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51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AED77-E5E9-CE1A-B66D-4A87539A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D0A9E8-086F-40B4-E6A9-C9C3B976E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5836A8-BF95-C3A8-4CD6-5480B168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62ACD-C173-4F61-8AE4-E12C9D8081A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B4034-7E68-CF59-8AF0-BC51A891E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7DB060-9302-AE4F-84DA-559BD835F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75C3B-0C8B-4431-B8B0-859CDF005D2B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0D0921-DC51-7F6E-87AE-A50BB00D0D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540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7039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B8882A3-EB77-D2F6-6BB2-DE88320F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021" y="33263"/>
            <a:ext cx="6097751" cy="4100992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66F7B2B1-C1BA-F029-3B0B-6AB159738228}"/>
              </a:ext>
            </a:extLst>
          </p:cNvPr>
          <p:cNvGrpSpPr/>
          <p:nvPr/>
        </p:nvGrpSpPr>
        <p:grpSpPr>
          <a:xfrm>
            <a:off x="5988113" y="4491016"/>
            <a:ext cx="3164051" cy="1158670"/>
            <a:chOff x="3231700" y="2709938"/>
            <a:chExt cx="4540744" cy="2167950"/>
          </a:xfrm>
          <a:solidFill>
            <a:schemeClr val="accent6">
              <a:lumMod val="75000"/>
            </a:schemeClr>
          </a:solidFill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B534B7D6-511F-1DE6-3065-CA53FCC894C9}"/>
                </a:ext>
              </a:extLst>
            </p:cNvPr>
            <p:cNvSpPr/>
            <p:nvPr/>
          </p:nvSpPr>
          <p:spPr>
            <a:xfrm>
              <a:off x="3231700" y="2709938"/>
              <a:ext cx="4540744" cy="2167950"/>
            </a:xfrm>
            <a:prstGeom prst="roundRect">
              <a:avLst>
                <a:gd name="adj" fmla="val 105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Rectángulo: esquinas redondeadas 4">
              <a:extLst>
                <a:ext uri="{FF2B5EF4-FFF2-40B4-BE49-F238E27FC236}">
                  <a16:creationId xmlns:a16="http://schemas.microsoft.com/office/drawing/2014/main" id="{EDA12D69-FB4A-9AB1-9939-AB7BB8CD9D6A}"/>
                </a:ext>
              </a:extLst>
            </p:cNvPr>
            <p:cNvSpPr txBox="1"/>
            <p:nvPr/>
          </p:nvSpPr>
          <p:spPr>
            <a:xfrm>
              <a:off x="3298372" y="2776610"/>
              <a:ext cx="4407400" cy="203460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1450" tIns="171450" rIns="171450" bIns="1223688" numCol="1" spcCol="1270" anchor="t" anchorCtr="0">
              <a:noAutofit/>
            </a:bodyPr>
            <a:lstStyle/>
            <a:p>
              <a:pPr marL="0" lvl="0" indent="0" algn="l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 err="1"/>
                <a:t>TADCalendario</a:t>
              </a:r>
              <a:endParaRPr lang="es-ES" sz="2400" kern="12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B7500F5-CABE-3B5A-6099-CC1F394A30B9}"/>
              </a:ext>
            </a:extLst>
          </p:cNvPr>
          <p:cNvGrpSpPr/>
          <p:nvPr/>
        </p:nvGrpSpPr>
        <p:grpSpPr>
          <a:xfrm>
            <a:off x="1814801" y="4491016"/>
            <a:ext cx="3164051" cy="1158670"/>
            <a:chOff x="3231700" y="2709938"/>
            <a:chExt cx="4540744" cy="2167950"/>
          </a:xfrm>
          <a:solidFill>
            <a:schemeClr val="accent6">
              <a:lumMod val="75000"/>
            </a:schemeClr>
          </a:solidFill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F7DA6ADB-B3B4-BDCE-7AEA-09681110C402}"/>
                </a:ext>
              </a:extLst>
            </p:cNvPr>
            <p:cNvSpPr/>
            <p:nvPr/>
          </p:nvSpPr>
          <p:spPr>
            <a:xfrm>
              <a:off x="3231700" y="2709938"/>
              <a:ext cx="4540744" cy="2167950"/>
            </a:xfrm>
            <a:prstGeom prst="roundRect">
              <a:avLst>
                <a:gd name="adj" fmla="val 105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: esquinas redondeadas 4">
              <a:extLst>
                <a:ext uri="{FF2B5EF4-FFF2-40B4-BE49-F238E27FC236}">
                  <a16:creationId xmlns:a16="http://schemas.microsoft.com/office/drawing/2014/main" id="{F271FB7D-84B5-BECA-849C-B4D8A48575DD}"/>
                </a:ext>
              </a:extLst>
            </p:cNvPr>
            <p:cNvSpPr txBox="1"/>
            <p:nvPr/>
          </p:nvSpPr>
          <p:spPr>
            <a:xfrm>
              <a:off x="3298372" y="2776610"/>
              <a:ext cx="4407400" cy="203460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1450" tIns="171450" rIns="171450" bIns="1223688" numCol="1" spcCol="1270" anchor="t" anchorCtr="0">
              <a:noAutofit/>
            </a:bodyPr>
            <a:lstStyle/>
            <a:p>
              <a:pPr marL="0" lvl="0" indent="0" algn="l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 err="1"/>
                <a:t>TADUtilidades</a:t>
              </a:r>
              <a:endParaRPr lang="es-ES" sz="2400" kern="120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9A4EAC9-E580-C654-81C1-25C7C5CBBC89}"/>
              </a:ext>
            </a:extLst>
          </p:cNvPr>
          <p:cNvGrpSpPr/>
          <p:nvPr/>
        </p:nvGrpSpPr>
        <p:grpSpPr>
          <a:xfrm>
            <a:off x="668185" y="1450080"/>
            <a:ext cx="4264209" cy="1538049"/>
            <a:chOff x="3231700" y="2709938"/>
            <a:chExt cx="4540744" cy="2167950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49F2570A-93BB-71E5-BD7F-9C3E6D3C532A}"/>
                </a:ext>
              </a:extLst>
            </p:cNvPr>
            <p:cNvSpPr/>
            <p:nvPr/>
          </p:nvSpPr>
          <p:spPr>
            <a:xfrm>
              <a:off x="3231700" y="2709938"/>
              <a:ext cx="4540744" cy="2167950"/>
            </a:xfrm>
            <a:prstGeom prst="roundRect">
              <a:avLst>
                <a:gd name="adj" fmla="val 10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Rectángulo: esquinas redondeadas 4">
              <a:extLst>
                <a:ext uri="{FF2B5EF4-FFF2-40B4-BE49-F238E27FC236}">
                  <a16:creationId xmlns:a16="http://schemas.microsoft.com/office/drawing/2014/main" id="{47446875-2FF2-08D7-DC41-283DA9AA666C}"/>
                </a:ext>
              </a:extLst>
            </p:cNvPr>
            <p:cNvSpPr txBox="1"/>
            <p:nvPr/>
          </p:nvSpPr>
          <p:spPr>
            <a:xfrm>
              <a:off x="3298372" y="2776610"/>
              <a:ext cx="4407400" cy="2034606"/>
            </a:xfrm>
            <a:prstGeom prst="rect">
              <a:avLst/>
            </a:prstGeom>
            <a:solidFill>
              <a:srgbClr val="FF6600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1450" tIns="171450" rIns="171450" bIns="1223688" numCol="1" spcCol="1270" anchor="t" anchorCtr="0">
              <a:noAutofit/>
            </a:bodyPr>
            <a:lstStyle/>
            <a:p>
              <a:pPr marL="0" lvl="0" indent="0" algn="l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4500" kern="1200" dirty="0" err="1"/>
                <a:t>GesElectrera</a:t>
              </a:r>
              <a:endParaRPr lang="es-ES" sz="4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5565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SERRANO, Vodafone Spain</dc:creator>
  <cp:lastModifiedBy>SERGIO SERRANO, Vodafone Spain</cp:lastModifiedBy>
  <cp:revision>1</cp:revision>
  <dcterms:created xsi:type="dcterms:W3CDTF">2026-01-07T21:41:13Z</dcterms:created>
  <dcterms:modified xsi:type="dcterms:W3CDTF">2026-01-07T22:53:01Z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2026-01-07T22:52:51Z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00e777c2-349a-4829-9944-2deacb5c420e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Tema de Office:8</vt:lpwstr>
  </property>
  <property fmtid="{D5CDD505-2E9C-101B-9397-08002B2CF9AE}" pid="11" name="ClassificationContentMarkingFooterText">
    <vt:lpwstr>C2 General</vt:lpwstr>
  </property>
</Properties>
</file>