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2BAA6-6301-45FE-BD75-9DAE7E6B8EEA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32A1355-83B8-481B-8016-BD2B0A305776}">
      <dgm:prSet phldrT="[Texto]" phldr="0"/>
      <dgm:spPr/>
      <dgm:t>
        <a:bodyPr/>
        <a:lstStyle/>
        <a:p>
          <a:r>
            <a:rPr lang="es-ES" dirty="0" err="1"/>
            <a:t>TADElectrolinera</a:t>
          </a:r>
          <a:endParaRPr lang="es-ES" dirty="0"/>
        </a:p>
      </dgm:t>
    </dgm:pt>
    <dgm:pt modelId="{6D53F20D-23ED-41E5-8295-6D7468EC1B1C}" type="parTrans" cxnId="{650254F9-FCD5-4309-A158-0725F890E4EA}">
      <dgm:prSet/>
      <dgm:spPr/>
      <dgm:t>
        <a:bodyPr/>
        <a:lstStyle/>
        <a:p>
          <a:endParaRPr lang="es-ES"/>
        </a:p>
      </dgm:t>
    </dgm:pt>
    <dgm:pt modelId="{027B07B0-A76F-4968-8705-A73F517CCB65}" type="sibTrans" cxnId="{650254F9-FCD5-4309-A158-0725F890E4EA}">
      <dgm:prSet/>
      <dgm:spPr/>
      <dgm:t>
        <a:bodyPr/>
        <a:lstStyle/>
        <a:p>
          <a:endParaRPr lang="es-ES"/>
        </a:p>
      </dgm:t>
    </dgm:pt>
    <dgm:pt modelId="{DC3B0DA7-6FC2-47E5-B85F-EB42A9BDF16E}">
      <dgm:prSet phldrT="[Texto]" phldr="0"/>
      <dgm:spPr/>
      <dgm:t>
        <a:bodyPr/>
        <a:lstStyle/>
        <a:p>
          <a:r>
            <a:rPr lang="es-ES" dirty="0"/>
            <a:t>+</a:t>
          </a:r>
        </a:p>
        <a:p>
          <a:r>
            <a:rPr lang="es-ES" dirty="0"/>
            <a:t>Atributos</a:t>
          </a:r>
        </a:p>
      </dgm:t>
    </dgm:pt>
    <dgm:pt modelId="{C901F394-7FC5-4B66-868E-D0D342CE2907}" type="parTrans" cxnId="{B3A08E8B-8699-47CC-8983-8E5308066411}">
      <dgm:prSet/>
      <dgm:spPr/>
      <dgm:t>
        <a:bodyPr/>
        <a:lstStyle/>
        <a:p>
          <a:endParaRPr lang="es-ES"/>
        </a:p>
      </dgm:t>
    </dgm:pt>
    <dgm:pt modelId="{2261C144-73F0-4360-8C9F-B551118B83EA}" type="sibTrans" cxnId="{B3A08E8B-8699-47CC-8983-8E5308066411}">
      <dgm:prSet/>
      <dgm:spPr/>
      <dgm:t>
        <a:bodyPr/>
        <a:lstStyle/>
        <a:p>
          <a:endParaRPr lang="es-ES"/>
        </a:p>
      </dgm:t>
    </dgm:pt>
    <dgm:pt modelId="{D96C37B2-7365-4CFD-A986-DABCFD8A5D08}">
      <dgm:prSet phldrT="[Texto]" phldr="0"/>
      <dgm:spPr/>
      <dgm:t>
        <a:bodyPr/>
        <a:lstStyle/>
        <a:p>
          <a:r>
            <a:rPr lang="es-ES" dirty="0"/>
            <a:t>+</a:t>
          </a:r>
        </a:p>
        <a:p>
          <a:r>
            <a:rPr lang="es-ES" dirty="0"/>
            <a:t>Métodos</a:t>
          </a:r>
        </a:p>
      </dgm:t>
    </dgm:pt>
    <dgm:pt modelId="{8B54F44C-B9C8-4ABE-9E9A-C80164760A06}" type="parTrans" cxnId="{ABADAB42-9E6B-48F1-A72F-BAA50F611258}">
      <dgm:prSet/>
      <dgm:spPr/>
      <dgm:t>
        <a:bodyPr/>
        <a:lstStyle/>
        <a:p>
          <a:endParaRPr lang="es-ES"/>
        </a:p>
      </dgm:t>
    </dgm:pt>
    <dgm:pt modelId="{C36AC457-C13F-48C3-A069-BB3C86799C96}" type="sibTrans" cxnId="{ABADAB42-9E6B-48F1-A72F-BAA50F611258}">
      <dgm:prSet/>
      <dgm:spPr/>
      <dgm:t>
        <a:bodyPr/>
        <a:lstStyle/>
        <a:p>
          <a:endParaRPr lang="es-ES"/>
        </a:p>
      </dgm:t>
    </dgm:pt>
    <dgm:pt modelId="{B942CAB2-FDC5-4984-9D65-AC41A8FFE5CA}">
      <dgm:prSet phldrT="[Texto]" phldr="0"/>
      <dgm:spPr/>
      <dgm:t>
        <a:bodyPr/>
        <a:lstStyle/>
        <a:p>
          <a:r>
            <a:rPr lang="es-ES" dirty="0" err="1"/>
            <a:t>TADPunto</a:t>
          </a:r>
          <a:endParaRPr lang="es-ES" dirty="0"/>
        </a:p>
      </dgm:t>
    </dgm:pt>
    <dgm:pt modelId="{45C4BD46-78BC-46DE-9E12-0CA62BB162B2}" type="parTrans" cxnId="{D0172693-2BF6-4146-A14C-C2B0423712AE}">
      <dgm:prSet/>
      <dgm:spPr/>
      <dgm:t>
        <a:bodyPr/>
        <a:lstStyle/>
        <a:p>
          <a:endParaRPr lang="es-ES"/>
        </a:p>
      </dgm:t>
    </dgm:pt>
    <dgm:pt modelId="{AE1DA7CD-0631-4FA4-B167-FBA67CC8F6C6}" type="sibTrans" cxnId="{D0172693-2BF6-4146-A14C-C2B0423712AE}">
      <dgm:prSet/>
      <dgm:spPr/>
      <dgm:t>
        <a:bodyPr/>
        <a:lstStyle/>
        <a:p>
          <a:endParaRPr lang="es-ES"/>
        </a:p>
      </dgm:t>
    </dgm:pt>
    <dgm:pt modelId="{9A31F43E-49A0-4DC6-8919-CF3C8B08FDD1}">
      <dgm:prSet phldrT="[Texto]" phldr="0"/>
      <dgm:spPr/>
      <dgm:t>
        <a:bodyPr/>
        <a:lstStyle/>
        <a:p>
          <a:r>
            <a:rPr lang="es-ES" dirty="0"/>
            <a:t>+</a:t>
          </a:r>
        </a:p>
        <a:p>
          <a:r>
            <a:rPr lang="es-ES" dirty="0"/>
            <a:t>Atributos</a:t>
          </a:r>
        </a:p>
      </dgm:t>
    </dgm:pt>
    <dgm:pt modelId="{E3F10BD0-4655-4AA1-A2BE-F13D562642D5}" type="parTrans" cxnId="{87018581-4F1A-431D-BCB9-C18421BFDC92}">
      <dgm:prSet/>
      <dgm:spPr/>
      <dgm:t>
        <a:bodyPr/>
        <a:lstStyle/>
        <a:p>
          <a:endParaRPr lang="es-ES"/>
        </a:p>
      </dgm:t>
    </dgm:pt>
    <dgm:pt modelId="{9A647D51-E6A8-4532-90E3-C441D891EC9A}" type="sibTrans" cxnId="{87018581-4F1A-431D-BCB9-C18421BFDC92}">
      <dgm:prSet/>
      <dgm:spPr/>
      <dgm:t>
        <a:bodyPr/>
        <a:lstStyle/>
        <a:p>
          <a:endParaRPr lang="es-ES"/>
        </a:p>
      </dgm:t>
    </dgm:pt>
    <dgm:pt modelId="{5F9D6ED1-182D-452F-BF67-12ADB50A7485}">
      <dgm:prSet phldrT="[Texto]" phldr="0"/>
      <dgm:spPr/>
      <dgm:t>
        <a:bodyPr/>
        <a:lstStyle/>
        <a:p>
          <a:r>
            <a:rPr lang="es-ES" dirty="0"/>
            <a:t>+</a:t>
          </a:r>
        </a:p>
        <a:p>
          <a:r>
            <a:rPr lang="es-ES" dirty="0"/>
            <a:t>Métodos</a:t>
          </a:r>
        </a:p>
      </dgm:t>
    </dgm:pt>
    <dgm:pt modelId="{6DE9B28F-9DF5-4E07-9A25-327085150193}" type="parTrans" cxnId="{958D5262-46A3-4443-A4B5-7E1A07AEC7DE}">
      <dgm:prSet/>
      <dgm:spPr/>
      <dgm:t>
        <a:bodyPr/>
        <a:lstStyle/>
        <a:p>
          <a:endParaRPr lang="es-ES"/>
        </a:p>
      </dgm:t>
    </dgm:pt>
    <dgm:pt modelId="{BEB32EC0-759D-4237-B1B4-6044E23FD19A}" type="sibTrans" cxnId="{958D5262-46A3-4443-A4B5-7E1A07AEC7DE}">
      <dgm:prSet/>
      <dgm:spPr/>
      <dgm:t>
        <a:bodyPr/>
        <a:lstStyle/>
        <a:p>
          <a:endParaRPr lang="es-ES"/>
        </a:p>
      </dgm:t>
    </dgm:pt>
    <dgm:pt modelId="{1082C4FC-85D5-43DF-9DE2-03D9F58B19E2}">
      <dgm:prSet phldrT="[Texto]" phldr="0"/>
      <dgm:spPr/>
      <dgm:t>
        <a:bodyPr/>
        <a:lstStyle/>
        <a:p>
          <a:r>
            <a:rPr lang="es-ES" dirty="0" err="1"/>
            <a:t>TADReserva</a:t>
          </a:r>
          <a:endParaRPr lang="es-ES" dirty="0"/>
        </a:p>
      </dgm:t>
    </dgm:pt>
    <dgm:pt modelId="{DC978151-D844-4EE8-AD79-17A4CB5EE843}" type="parTrans" cxnId="{9B96A818-39CD-45FD-939A-72D050B663F4}">
      <dgm:prSet/>
      <dgm:spPr/>
      <dgm:t>
        <a:bodyPr/>
        <a:lstStyle/>
        <a:p>
          <a:endParaRPr lang="es-ES"/>
        </a:p>
      </dgm:t>
    </dgm:pt>
    <dgm:pt modelId="{43E8400D-5EA1-417C-B77B-B6169BBC257E}" type="sibTrans" cxnId="{9B96A818-39CD-45FD-939A-72D050B663F4}">
      <dgm:prSet/>
      <dgm:spPr/>
      <dgm:t>
        <a:bodyPr/>
        <a:lstStyle/>
        <a:p>
          <a:endParaRPr lang="es-ES"/>
        </a:p>
      </dgm:t>
    </dgm:pt>
    <dgm:pt modelId="{437EF0A6-A51D-42ED-9CBF-AD4EAEE4E612}">
      <dgm:prSet phldrT="[Texto]" phldr="0"/>
      <dgm:spPr/>
      <dgm:t>
        <a:bodyPr/>
        <a:lstStyle/>
        <a:p>
          <a:r>
            <a:rPr lang="es-ES" dirty="0"/>
            <a:t>+</a:t>
          </a:r>
        </a:p>
        <a:p>
          <a:r>
            <a:rPr lang="es-ES" dirty="0"/>
            <a:t>Atributos</a:t>
          </a:r>
        </a:p>
      </dgm:t>
    </dgm:pt>
    <dgm:pt modelId="{EA391F99-D20E-4A4C-B24B-EF4298A6BE00}" type="parTrans" cxnId="{46B63CCF-8D27-4F9D-AA28-458B7DBD8AB7}">
      <dgm:prSet/>
      <dgm:spPr/>
      <dgm:t>
        <a:bodyPr/>
        <a:lstStyle/>
        <a:p>
          <a:endParaRPr lang="es-ES"/>
        </a:p>
      </dgm:t>
    </dgm:pt>
    <dgm:pt modelId="{8D40DAF5-449F-46DE-8849-83406701C637}" type="sibTrans" cxnId="{46B63CCF-8D27-4F9D-AA28-458B7DBD8AB7}">
      <dgm:prSet/>
      <dgm:spPr/>
      <dgm:t>
        <a:bodyPr/>
        <a:lstStyle/>
        <a:p>
          <a:endParaRPr lang="es-ES"/>
        </a:p>
      </dgm:t>
    </dgm:pt>
    <dgm:pt modelId="{3BC7ABB8-E179-4866-995C-4AADD7D5EDD4}">
      <dgm:prSet phldrT="[Texto]" phldr="0"/>
      <dgm:spPr/>
      <dgm:t>
        <a:bodyPr/>
        <a:lstStyle/>
        <a:p>
          <a:r>
            <a:rPr lang="es-ES" dirty="0"/>
            <a:t>+</a:t>
          </a:r>
        </a:p>
        <a:p>
          <a:r>
            <a:rPr lang="es-ES" dirty="0"/>
            <a:t>Métodos</a:t>
          </a:r>
        </a:p>
      </dgm:t>
    </dgm:pt>
    <dgm:pt modelId="{72E31D61-1F1D-4407-B08D-075BD0E9D50C}" type="parTrans" cxnId="{43315024-E2FF-4948-83F1-7323F056416B}">
      <dgm:prSet/>
      <dgm:spPr/>
      <dgm:t>
        <a:bodyPr/>
        <a:lstStyle/>
        <a:p>
          <a:endParaRPr lang="es-ES"/>
        </a:p>
      </dgm:t>
    </dgm:pt>
    <dgm:pt modelId="{AE56CA78-8EC5-47D9-9B19-517D9BA0B62E}" type="sibTrans" cxnId="{43315024-E2FF-4948-83F1-7323F056416B}">
      <dgm:prSet/>
      <dgm:spPr/>
      <dgm:t>
        <a:bodyPr/>
        <a:lstStyle/>
        <a:p>
          <a:endParaRPr lang="es-ES"/>
        </a:p>
      </dgm:t>
    </dgm:pt>
    <dgm:pt modelId="{8E14021C-6E85-49AE-88BF-DDB7342991DB}" type="pres">
      <dgm:prSet presAssocID="{8112BAA6-6301-45FE-BD75-9DAE7E6B8EEA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064DE08C-9482-4515-B879-766078255F01}" type="pres">
      <dgm:prSet presAssocID="{8112BAA6-6301-45FE-BD75-9DAE7E6B8EEA}" presName="outerBox" presStyleCnt="0"/>
      <dgm:spPr/>
    </dgm:pt>
    <dgm:pt modelId="{81240124-4D6B-4B19-B403-F51C6A57B914}" type="pres">
      <dgm:prSet presAssocID="{8112BAA6-6301-45FE-BD75-9DAE7E6B8EEA}" presName="outerBoxParent" presStyleLbl="node1" presStyleIdx="0" presStyleCnt="3"/>
      <dgm:spPr/>
    </dgm:pt>
    <dgm:pt modelId="{E4B87277-151D-4467-A423-B79600D5E154}" type="pres">
      <dgm:prSet presAssocID="{8112BAA6-6301-45FE-BD75-9DAE7E6B8EEA}" presName="outerBoxChildren" presStyleCnt="0"/>
      <dgm:spPr/>
    </dgm:pt>
    <dgm:pt modelId="{BD904C9E-0691-44A0-9BFD-12AC3EA9FABA}" type="pres">
      <dgm:prSet presAssocID="{DC3B0DA7-6FC2-47E5-B85F-EB42A9BDF16E}" presName="oChild" presStyleLbl="fgAcc1" presStyleIdx="0" presStyleCnt="6">
        <dgm:presLayoutVars>
          <dgm:bulletEnabled val="1"/>
        </dgm:presLayoutVars>
      </dgm:prSet>
      <dgm:spPr/>
    </dgm:pt>
    <dgm:pt modelId="{4E8CDDD3-E79E-462F-B50E-418A697A4C77}" type="pres">
      <dgm:prSet presAssocID="{2261C144-73F0-4360-8C9F-B551118B83EA}" presName="outerSibTrans" presStyleCnt="0"/>
      <dgm:spPr/>
    </dgm:pt>
    <dgm:pt modelId="{425CA843-2F35-46E6-B6E7-F2ABB89F479D}" type="pres">
      <dgm:prSet presAssocID="{D96C37B2-7365-4CFD-A986-DABCFD8A5D08}" presName="oChild" presStyleLbl="fgAcc1" presStyleIdx="1" presStyleCnt="6">
        <dgm:presLayoutVars>
          <dgm:bulletEnabled val="1"/>
        </dgm:presLayoutVars>
      </dgm:prSet>
      <dgm:spPr/>
    </dgm:pt>
    <dgm:pt modelId="{EA630B1B-7248-4ABB-B804-FF5DB9CB2E3A}" type="pres">
      <dgm:prSet presAssocID="{8112BAA6-6301-45FE-BD75-9DAE7E6B8EEA}" presName="middleBox" presStyleCnt="0"/>
      <dgm:spPr/>
    </dgm:pt>
    <dgm:pt modelId="{46A59112-0F7F-4150-B32C-7E5337770025}" type="pres">
      <dgm:prSet presAssocID="{8112BAA6-6301-45FE-BD75-9DAE7E6B8EEA}" presName="middleBoxParent" presStyleLbl="node1" presStyleIdx="1" presStyleCnt="3"/>
      <dgm:spPr/>
    </dgm:pt>
    <dgm:pt modelId="{BF1558A7-6362-4F8E-AC7B-766AD0B50A4A}" type="pres">
      <dgm:prSet presAssocID="{8112BAA6-6301-45FE-BD75-9DAE7E6B8EEA}" presName="middleBoxChildren" presStyleCnt="0"/>
      <dgm:spPr/>
    </dgm:pt>
    <dgm:pt modelId="{CB8991BC-6240-4635-8C55-24829E34B6DA}" type="pres">
      <dgm:prSet presAssocID="{9A31F43E-49A0-4DC6-8919-CF3C8B08FDD1}" presName="mChild" presStyleLbl="fgAcc1" presStyleIdx="2" presStyleCnt="6">
        <dgm:presLayoutVars>
          <dgm:bulletEnabled val="1"/>
        </dgm:presLayoutVars>
      </dgm:prSet>
      <dgm:spPr/>
    </dgm:pt>
    <dgm:pt modelId="{381F22E6-88F6-43B9-8E39-A05712DCED5A}" type="pres">
      <dgm:prSet presAssocID="{9A647D51-E6A8-4532-90E3-C441D891EC9A}" presName="middleSibTrans" presStyleCnt="0"/>
      <dgm:spPr/>
    </dgm:pt>
    <dgm:pt modelId="{FD47F83F-FE81-4B9B-B9B1-7ED230DF5FE0}" type="pres">
      <dgm:prSet presAssocID="{5F9D6ED1-182D-452F-BF67-12ADB50A7485}" presName="mChild" presStyleLbl="fgAcc1" presStyleIdx="3" presStyleCnt="6">
        <dgm:presLayoutVars>
          <dgm:bulletEnabled val="1"/>
        </dgm:presLayoutVars>
      </dgm:prSet>
      <dgm:spPr/>
    </dgm:pt>
    <dgm:pt modelId="{852CDE4C-E7E5-4CAD-86A1-0F0EFA8736E3}" type="pres">
      <dgm:prSet presAssocID="{8112BAA6-6301-45FE-BD75-9DAE7E6B8EEA}" presName="centerBox" presStyleCnt="0"/>
      <dgm:spPr/>
    </dgm:pt>
    <dgm:pt modelId="{054D5D48-0022-40C2-9EB1-E7BD29349140}" type="pres">
      <dgm:prSet presAssocID="{8112BAA6-6301-45FE-BD75-9DAE7E6B8EEA}" presName="centerBoxParent" presStyleLbl="node1" presStyleIdx="2" presStyleCnt="3"/>
      <dgm:spPr/>
    </dgm:pt>
    <dgm:pt modelId="{AFDE2A36-591C-4288-AFCE-5AF4CF4FAFE5}" type="pres">
      <dgm:prSet presAssocID="{8112BAA6-6301-45FE-BD75-9DAE7E6B8EEA}" presName="centerBoxChildren" presStyleCnt="0"/>
      <dgm:spPr/>
    </dgm:pt>
    <dgm:pt modelId="{11E21FBC-B581-4EE5-87EB-75B35DC0F10D}" type="pres">
      <dgm:prSet presAssocID="{437EF0A6-A51D-42ED-9CBF-AD4EAEE4E612}" presName="cChild" presStyleLbl="fgAcc1" presStyleIdx="4" presStyleCnt="6">
        <dgm:presLayoutVars>
          <dgm:bulletEnabled val="1"/>
        </dgm:presLayoutVars>
      </dgm:prSet>
      <dgm:spPr/>
    </dgm:pt>
    <dgm:pt modelId="{0CECA48F-AB32-44AF-9B31-A060F212095F}" type="pres">
      <dgm:prSet presAssocID="{8D40DAF5-449F-46DE-8849-83406701C637}" presName="centerSibTrans" presStyleCnt="0"/>
      <dgm:spPr/>
    </dgm:pt>
    <dgm:pt modelId="{5E231C43-5BF3-4E79-A25E-2191FC8A80FE}" type="pres">
      <dgm:prSet presAssocID="{3BC7ABB8-E179-4866-995C-4AADD7D5EDD4}" presName="cChild" presStyleLbl="fgAcc1" presStyleIdx="5" presStyleCnt="6">
        <dgm:presLayoutVars>
          <dgm:bulletEnabled val="1"/>
        </dgm:presLayoutVars>
      </dgm:prSet>
      <dgm:spPr/>
    </dgm:pt>
  </dgm:ptLst>
  <dgm:cxnLst>
    <dgm:cxn modelId="{903B030E-FB5A-4A1E-B73A-F39E495C5937}" type="presOf" srcId="{1082C4FC-85D5-43DF-9DE2-03D9F58B19E2}" destId="{054D5D48-0022-40C2-9EB1-E7BD29349140}" srcOrd="0" destOrd="0" presId="urn:microsoft.com/office/officeart/2005/8/layout/target2"/>
    <dgm:cxn modelId="{9B96A818-39CD-45FD-939A-72D050B663F4}" srcId="{8112BAA6-6301-45FE-BD75-9DAE7E6B8EEA}" destId="{1082C4FC-85D5-43DF-9DE2-03D9F58B19E2}" srcOrd="2" destOrd="0" parTransId="{DC978151-D844-4EE8-AD79-17A4CB5EE843}" sibTransId="{43E8400D-5EA1-417C-B77B-B6169BBC257E}"/>
    <dgm:cxn modelId="{43315024-E2FF-4948-83F1-7323F056416B}" srcId="{1082C4FC-85D5-43DF-9DE2-03D9F58B19E2}" destId="{3BC7ABB8-E179-4866-995C-4AADD7D5EDD4}" srcOrd="1" destOrd="0" parTransId="{72E31D61-1F1D-4407-B08D-075BD0E9D50C}" sibTransId="{AE56CA78-8EC5-47D9-9B19-517D9BA0B62E}"/>
    <dgm:cxn modelId="{958D5262-46A3-4443-A4B5-7E1A07AEC7DE}" srcId="{B942CAB2-FDC5-4984-9D65-AC41A8FFE5CA}" destId="{5F9D6ED1-182D-452F-BF67-12ADB50A7485}" srcOrd="1" destOrd="0" parTransId="{6DE9B28F-9DF5-4E07-9A25-327085150193}" sibTransId="{BEB32EC0-759D-4237-B1B4-6044E23FD19A}"/>
    <dgm:cxn modelId="{ABADAB42-9E6B-48F1-A72F-BAA50F611258}" srcId="{D32A1355-83B8-481B-8016-BD2B0A305776}" destId="{D96C37B2-7365-4CFD-A986-DABCFD8A5D08}" srcOrd="1" destOrd="0" parTransId="{8B54F44C-B9C8-4ABE-9E9A-C80164760A06}" sibTransId="{C36AC457-C13F-48C3-A069-BB3C86799C96}"/>
    <dgm:cxn modelId="{685F3A6A-C3C6-4406-8ABB-BC4B2A0F0BB8}" type="presOf" srcId="{3BC7ABB8-E179-4866-995C-4AADD7D5EDD4}" destId="{5E231C43-5BF3-4E79-A25E-2191FC8A80FE}" srcOrd="0" destOrd="0" presId="urn:microsoft.com/office/officeart/2005/8/layout/target2"/>
    <dgm:cxn modelId="{E18A4070-744E-46F6-B6B9-5289EF0C2320}" type="presOf" srcId="{8112BAA6-6301-45FE-BD75-9DAE7E6B8EEA}" destId="{8E14021C-6E85-49AE-88BF-DDB7342991DB}" srcOrd="0" destOrd="0" presId="urn:microsoft.com/office/officeart/2005/8/layout/target2"/>
    <dgm:cxn modelId="{1A06857E-FF53-42A7-BE5A-401DCE01F99E}" type="presOf" srcId="{D96C37B2-7365-4CFD-A986-DABCFD8A5D08}" destId="{425CA843-2F35-46E6-B6E7-F2ABB89F479D}" srcOrd="0" destOrd="0" presId="urn:microsoft.com/office/officeart/2005/8/layout/target2"/>
    <dgm:cxn modelId="{87018581-4F1A-431D-BCB9-C18421BFDC92}" srcId="{B942CAB2-FDC5-4984-9D65-AC41A8FFE5CA}" destId="{9A31F43E-49A0-4DC6-8919-CF3C8B08FDD1}" srcOrd="0" destOrd="0" parTransId="{E3F10BD0-4655-4AA1-A2BE-F13D562642D5}" sibTransId="{9A647D51-E6A8-4532-90E3-C441D891EC9A}"/>
    <dgm:cxn modelId="{C2F66383-C328-4C95-8659-53C503224F40}" type="presOf" srcId="{DC3B0DA7-6FC2-47E5-B85F-EB42A9BDF16E}" destId="{BD904C9E-0691-44A0-9BFD-12AC3EA9FABA}" srcOrd="0" destOrd="0" presId="urn:microsoft.com/office/officeart/2005/8/layout/target2"/>
    <dgm:cxn modelId="{B9D69E87-3B16-486C-A507-0795E0640B83}" type="presOf" srcId="{5F9D6ED1-182D-452F-BF67-12ADB50A7485}" destId="{FD47F83F-FE81-4B9B-B9B1-7ED230DF5FE0}" srcOrd="0" destOrd="0" presId="urn:microsoft.com/office/officeart/2005/8/layout/target2"/>
    <dgm:cxn modelId="{B3A08E8B-8699-47CC-8983-8E5308066411}" srcId="{D32A1355-83B8-481B-8016-BD2B0A305776}" destId="{DC3B0DA7-6FC2-47E5-B85F-EB42A9BDF16E}" srcOrd="0" destOrd="0" parTransId="{C901F394-7FC5-4B66-868E-D0D342CE2907}" sibTransId="{2261C144-73F0-4360-8C9F-B551118B83EA}"/>
    <dgm:cxn modelId="{B33DEB8C-581B-4680-A9AF-6F35BC044A1F}" type="presOf" srcId="{9A31F43E-49A0-4DC6-8919-CF3C8B08FDD1}" destId="{CB8991BC-6240-4635-8C55-24829E34B6DA}" srcOrd="0" destOrd="0" presId="urn:microsoft.com/office/officeart/2005/8/layout/target2"/>
    <dgm:cxn modelId="{D0172693-2BF6-4146-A14C-C2B0423712AE}" srcId="{8112BAA6-6301-45FE-BD75-9DAE7E6B8EEA}" destId="{B942CAB2-FDC5-4984-9D65-AC41A8FFE5CA}" srcOrd="1" destOrd="0" parTransId="{45C4BD46-78BC-46DE-9E12-0CA62BB162B2}" sibTransId="{AE1DA7CD-0631-4FA4-B167-FBA67CC8F6C6}"/>
    <dgm:cxn modelId="{101A58BB-01EB-43CA-8F76-110E8CFF8E25}" type="presOf" srcId="{437EF0A6-A51D-42ED-9CBF-AD4EAEE4E612}" destId="{11E21FBC-B581-4EE5-87EB-75B35DC0F10D}" srcOrd="0" destOrd="0" presId="urn:microsoft.com/office/officeart/2005/8/layout/target2"/>
    <dgm:cxn modelId="{46B63CCF-8D27-4F9D-AA28-458B7DBD8AB7}" srcId="{1082C4FC-85D5-43DF-9DE2-03D9F58B19E2}" destId="{437EF0A6-A51D-42ED-9CBF-AD4EAEE4E612}" srcOrd="0" destOrd="0" parTransId="{EA391F99-D20E-4A4C-B24B-EF4298A6BE00}" sibTransId="{8D40DAF5-449F-46DE-8849-83406701C637}"/>
    <dgm:cxn modelId="{7C24FEEE-F490-40D8-BE16-FBA1B9799601}" type="presOf" srcId="{B942CAB2-FDC5-4984-9D65-AC41A8FFE5CA}" destId="{46A59112-0F7F-4150-B32C-7E5337770025}" srcOrd="0" destOrd="0" presId="urn:microsoft.com/office/officeart/2005/8/layout/target2"/>
    <dgm:cxn modelId="{650254F9-FCD5-4309-A158-0725F890E4EA}" srcId="{8112BAA6-6301-45FE-BD75-9DAE7E6B8EEA}" destId="{D32A1355-83B8-481B-8016-BD2B0A305776}" srcOrd="0" destOrd="0" parTransId="{6D53F20D-23ED-41E5-8295-6D7468EC1B1C}" sibTransId="{027B07B0-A76F-4968-8705-A73F517CCB65}"/>
    <dgm:cxn modelId="{77EDA4FD-0AFA-4702-8740-6327B5D89375}" type="presOf" srcId="{D32A1355-83B8-481B-8016-BD2B0A305776}" destId="{81240124-4D6B-4B19-B403-F51C6A57B914}" srcOrd="0" destOrd="0" presId="urn:microsoft.com/office/officeart/2005/8/layout/target2"/>
    <dgm:cxn modelId="{A563BC78-04FD-44EF-8A19-21B3580A665E}" type="presParOf" srcId="{8E14021C-6E85-49AE-88BF-DDB7342991DB}" destId="{064DE08C-9482-4515-B879-766078255F01}" srcOrd="0" destOrd="0" presId="urn:microsoft.com/office/officeart/2005/8/layout/target2"/>
    <dgm:cxn modelId="{18B5C211-22C9-4801-8DE2-3B0F6E5C226B}" type="presParOf" srcId="{064DE08C-9482-4515-B879-766078255F01}" destId="{81240124-4D6B-4B19-B403-F51C6A57B914}" srcOrd="0" destOrd="0" presId="urn:microsoft.com/office/officeart/2005/8/layout/target2"/>
    <dgm:cxn modelId="{43299856-1124-43CD-8EDE-BEBE99D34B60}" type="presParOf" srcId="{064DE08C-9482-4515-B879-766078255F01}" destId="{E4B87277-151D-4467-A423-B79600D5E154}" srcOrd="1" destOrd="0" presId="urn:microsoft.com/office/officeart/2005/8/layout/target2"/>
    <dgm:cxn modelId="{55C4ED97-BF5A-4D8D-9C8C-61CD0ECC047A}" type="presParOf" srcId="{E4B87277-151D-4467-A423-B79600D5E154}" destId="{BD904C9E-0691-44A0-9BFD-12AC3EA9FABA}" srcOrd="0" destOrd="0" presId="urn:microsoft.com/office/officeart/2005/8/layout/target2"/>
    <dgm:cxn modelId="{4FEF59EA-739F-4821-B167-8E38C27B7390}" type="presParOf" srcId="{E4B87277-151D-4467-A423-B79600D5E154}" destId="{4E8CDDD3-E79E-462F-B50E-418A697A4C77}" srcOrd="1" destOrd="0" presId="urn:microsoft.com/office/officeart/2005/8/layout/target2"/>
    <dgm:cxn modelId="{F740EE1E-0AD8-490C-8A0A-0291D5D859F0}" type="presParOf" srcId="{E4B87277-151D-4467-A423-B79600D5E154}" destId="{425CA843-2F35-46E6-B6E7-F2ABB89F479D}" srcOrd="2" destOrd="0" presId="urn:microsoft.com/office/officeart/2005/8/layout/target2"/>
    <dgm:cxn modelId="{2478BF9B-960C-4440-9C75-BC408BB6B169}" type="presParOf" srcId="{8E14021C-6E85-49AE-88BF-DDB7342991DB}" destId="{EA630B1B-7248-4ABB-B804-FF5DB9CB2E3A}" srcOrd="1" destOrd="0" presId="urn:microsoft.com/office/officeart/2005/8/layout/target2"/>
    <dgm:cxn modelId="{0EF55C46-F020-489F-B5B2-F92B182B7330}" type="presParOf" srcId="{EA630B1B-7248-4ABB-B804-FF5DB9CB2E3A}" destId="{46A59112-0F7F-4150-B32C-7E5337770025}" srcOrd="0" destOrd="0" presId="urn:microsoft.com/office/officeart/2005/8/layout/target2"/>
    <dgm:cxn modelId="{E26F5774-D54A-4FD5-AD11-EC2B309D62FB}" type="presParOf" srcId="{EA630B1B-7248-4ABB-B804-FF5DB9CB2E3A}" destId="{BF1558A7-6362-4F8E-AC7B-766AD0B50A4A}" srcOrd="1" destOrd="0" presId="urn:microsoft.com/office/officeart/2005/8/layout/target2"/>
    <dgm:cxn modelId="{B1626014-5C5A-400A-8EAE-81B2011067D6}" type="presParOf" srcId="{BF1558A7-6362-4F8E-AC7B-766AD0B50A4A}" destId="{CB8991BC-6240-4635-8C55-24829E34B6DA}" srcOrd="0" destOrd="0" presId="urn:microsoft.com/office/officeart/2005/8/layout/target2"/>
    <dgm:cxn modelId="{E96761CA-5C93-454B-96DC-8DCF129C46B6}" type="presParOf" srcId="{BF1558A7-6362-4F8E-AC7B-766AD0B50A4A}" destId="{381F22E6-88F6-43B9-8E39-A05712DCED5A}" srcOrd="1" destOrd="0" presId="urn:microsoft.com/office/officeart/2005/8/layout/target2"/>
    <dgm:cxn modelId="{85532953-0EC3-4C42-B020-323568EACC83}" type="presParOf" srcId="{BF1558A7-6362-4F8E-AC7B-766AD0B50A4A}" destId="{FD47F83F-FE81-4B9B-B9B1-7ED230DF5FE0}" srcOrd="2" destOrd="0" presId="urn:microsoft.com/office/officeart/2005/8/layout/target2"/>
    <dgm:cxn modelId="{A1A2A5B0-09FF-433D-9731-D63E1B90E44D}" type="presParOf" srcId="{8E14021C-6E85-49AE-88BF-DDB7342991DB}" destId="{852CDE4C-E7E5-4CAD-86A1-0F0EFA8736E3}" srcOrd="2" destOrd="0" presId="urn:microsoft.com/office/officeart/2005/8/layout/target2"/>
    <dgm:cxn modelId="{1EE4A32D-81F0-4259-954E-7982E4E234C0}" type="presParOf" srcId="{852CDE4C-E7E5-4CAD-86A1-0F0EFA8736E3}" destId="{054D5D48-0022-40C2-9EB1-E7BD29349140}" srcOrd="0" destOrd="0" presId="urn:microsoft.com/office/officeart/2005/8/layout/target2"/>
    <dgm:cxn modelId="{B702FB16-F25A-402A-87EC-D1E2323FDACA}" type="presParOf" srcId="{852CDE4C-E7E5-4CAD-86A1-0F0EFA8736E3}" destId="{AFDE2A36-591C-4288-AFCE-5AF4CF4FAFE5}" srcOrd="1" destOrd="0" presId="urn:microsoft.com/office/officeart/2005/8/layout/target2"/>
    <dgm:cxn modelId="{BBBA2A1F-2F2B-45FF-B2C4-4840B94F6473}" type="presParOf" srcId="{AFDE2A36-591C-4288-AFCE-5AF4CF4FAFE5}" destId="{11E21FBC-B581-4EE5-87EB-75B35DC0F10D}" srcOrd="0" destOrd="0" presId="urn:microsoft.com/office/officeart/2005/8/layout/target2"/>
    <dgm:cxn modelId="{23FD820E-5EBF-4F9F-A270-648033FD3E12}" type="presParOf" srcId="{AFDE2A36-591C-4288-AFCE-5AF4CF4FAFE5}" destId="{0CECA48F-AB32-44AF-9B31-A060F212095F}" srcOrd="1" destOrd="0" presId="urn:microsoft.com/office/officeart/2005/8/layout/target2"/>
    <dgm:cxn modelId="{CF79C529-613F-4CE0-81E3-D3DE2D428541}" type="presParOf" srcId="{AFDE2A36-591C-4288-AFCE-5AF4CF4FAFE5}" destId="{5E231C43-5BF3-4E79-A25E-2191FC8A80FE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40124-4D6B-4B19-B403-F51C6A57B914}">
      <dsp:nvSpPr>
        <dsp:cNvPr id="0" name=""/>
        <dsp:cNvSpPr/>
      </dsp:nvSpPr>
      <dsp:spPr>
        <a:xfrm>
          <a:off x="0" y="0"/>
          <a:ext cx="8181521" cy="5419876"/>
        </a:xfrm>
        <a:prstGeom prst="roundRect">
          <a:avLst>
            <a:gd name="adj" fmla="val 8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4206426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500" kern="1200" dirty="0" err="1"/>
            <a:t>TADElectrolinera</a:t>
          </a:r>
          <a:endParaRPr lang="es-ES" sz="4500" kern="1200" dirty="0"/>
        </a:p>
      </dsp:txBody>
      <dsp:txXfrm>
        <a:off x="134931" y="134931"/>
        <a:ext cx="7911659" cy="5150014"/>
      </dsp:txXfrm>
    </dsp:sp>
    <dsp:sp modelId="{BD904C9E-0691-44A0-9BFD-12AC3EA9FABA}">
      <dsp:nvSpPr>
        <dsp:cNvPr id="0" name=""/>
        <dsp:cNvSpPr/>
      </dsp:nvSpPr>
      <dsp:spPr>
        <a:xfrm>
          <a:off x="204538" y="1354969"/>
          <a:ext cx="1227228" cy="186546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+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Atributos</a:t>
          </a:r>
        </a:p>
      </dsp:txBody>
      <dsp:txXfrm>
        <a:off x="242279" y="1392710"/>
        <a:ext cx="1151746" cy="1789982"/>
      </dsp:txXfrm>
    </dsp:sp>
    <dsp:sp modelId="{425CA843-2F35-46E6-B6E7-F2ABB89F479D}">
      <dsp:nvSpPr>
        <dsp:cNvPr id="0" name=""/>
        <dsp:cNvSpPr/>
      </dsp:nvSpPr>
      <dsp:spPr>
        <a:xfrm>
          <a:off x="204538" y="3280775"/>
          <a:ext cx="1227228" cy="186546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+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Métodos</a:t>
          </a:r>
        </a:p>
      </dsp:txBody>
      <dsp:txXfrm>
        <a:off x="242279" y="3318516"/>
        <a:ext cx="1151746" cy="1789982"/>
      </dsp:txXfrm>
    </dsp:sp>
    <dsp:sp modelId="{46A59112-0F7F-4150-B32C-7E5337770025}">
      <dsp:nvSpPr>
        <dsp:cNvPr id="0" name=""/>
        <dsp:cNvSpPr/>
      </dsp:nvSpPr>
      <dsp:spPr>
        <a:xfrm>
          <a:off x="1636304" y="1354969"/>
          <a:ext cx="6340678" cy="3793913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2409135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500" kern="1200" dirty="0" err="1"/>
            <a:t>TADPunto</a:t>
          </a:r>
          <a:endParaRPr lang="es-ES" sz="4500" kern="1200" dirty="0"/>
        </a:p>
      </dsp:txBody>
      <dsp:txXfrm>
        <a:off x="1752980" y="1471645"/>
        <a:ext cx="6107326" cy="3560561"/>
      </dsp:txXfrm>
    </dsp:sp>
    <dsp:sp modelId="{CB8991BC-6240-4635-8C55-24829E34B6DA}">
      <dsp:nvSpPr>
        <dsp:cNvPr id="0" name=""/>
        <dsp:cNvSpPr/>
      </dsp:nvSpPr>
      <dsp:spPr>
        <a:xfrm>
          <a:off x="1794821" y="2682838"/>
          <a:ext cx="1268135" cy="105985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+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Atributos</a:t>
          </a:r>
        </a:p>
      </dsp:txBody>
      <dsp:txXfrm>
        <a:off x="1827415" y="2715432"/>
        <a:ext cx="1202947" cy="994671"/>
      </dsp:txXfrm>
    </dsp:sp>
    <dsp:sp modelId="{FD47F83F-FE81-4B9B-B9B1-7ED230DF5FE0}">
      <dsp:nvSpPr>
        <dsp:cNvPr id="0" name=""/>
        <dsp:cNvSpPr/>
      </dsp:nvSpPr>
      <dsp:spPr>
        <a:xfrm>
          <a:off x="1794821" y="3802321"/>
          <a:ext cx="1268135" cy="105985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+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Métodos</a:t>
          </a:r>
        </a:p>
      </dsp:txBody>
      <dsp:txXfrm>
        <a:off x="1827415" y="3834915"/>
        <a:ext cx="1202947" cy="994671"/>
      </dsp:txXfrm>
    </dsp:sp>
    <dsp:sp modelId="{054D5D48-0022-40C2-9EB1-E7BD29349140}">
      <dsp:nvSpPr>
        <dsp:cNvPr id="0" name=""/>
        <dsp:cNvSpPr/>
      </dsp:nvSpPr>
      <dsp:spPr>
        <a:xfrm>
          <a:off x="3231700" y="2709938"/>
          <a:ext cx="4540744" cy="2167950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223688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500" kern="1200" dirty="0" err="1"/>
            <a:t>TADReserva</a:t>
          </a:r>
          <a:endParaRPr lang="es-ES" sz="4500" kern="1200" dirty="0"/>
        </a:p>
      </dsp:txBody>
      <dsp:txXfrm>
        <a:off x="3298372" y="2776610"/>
        <a:ext cx="4407400" cy="2034606"/>
      </dsp:txXfrm>
    </dsp:sp>
    <dsp:sp modelId="{11E21FBC-B581-4EE5-87EB-75B35DC0F10D}">
      <dsp:nvSpPr>
        <dsp:cNvPr id="0" name=""/>
        <dsp:cNvSpPr/>
      </dsp:nvSpPr>
      <dsp:spPr>
        <a:xfrm>
          <a:off x="3345219" y="3685515"/>
          <a:ext cx="2125258" cy="97557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+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Atributos</a:t>
          </a:r>
        </a:p>
      </dsp:txBody>
      <dsp:txXfrm>
        <a:off x="3375221" y="3715517"/>
        <a:ext cx="2065254" cy="915573"/>
      </dsp:txXfrm>
    </dsp:sp>
    <dsp:sp modelId="{5E231C43-5BF3-4E79-A25E-2191FC8A80FE}">
      <dsp:nvSpPr>
        <dsp:cNvPr id="0" name=""/>
        <dsp:cNvSpPr/>
      </dsp:nvSpPr>
      <dsp:spPr>
        <a:xfrm>
          <a:off x="5530940" y="3685515"/>
          <a:ext cx="2125258" cy="97557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+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Métodos</a:t>
          </a:r>
        </a:p>
      </dsp:txBody>
      <dsp:txXfrm>
        <a:off x="5560942" y="3715517"/>
        <a:ext cx="2065254" cy="915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D9265-AC84-49AD-B7D3-19F8203D9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8A5234-B687-86E0-0F42-A36E5119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48860-9075-9D5D-E71F-847D328F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36FBC-A060-917E-9783-7E41B010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FB0074-E39A-0B8C-D2AA-F3A4CD6A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11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742ED-F6AD-B058-28BF-927AB5EA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B955C-A4AE-8EC5-5E19-306F56F35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DE9097-E58E-B962-1F7B-C31DD2A8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9222D7-AAAB-467B-BB0A-FE744E31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AE6B7D-49BD-0DDB-C15A-F31133E9D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561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E6343-090B-7115-EF47-FC2D2443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24F082-2F6D-6ECD-7977-0BC499334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E9E378-DED9-3EF9-C4AE-857C3DE2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7534CE-81F5-C3BC-1312-AE512EC0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3E9C3B-F33C-A03B-E355-EB992888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815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5332B-90DB-BD53-53E2-D2D32288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34CCE-CC8C-A388-A825-E5F27EAB1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4941A2-013A-0719-51BC-83C7FA657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98618B-33EE-0BF2-7ADE-BCD4902E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1E9856-907B-9B4B-43EA-F19BFFC9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0E756A-CA7D-893F-02E2-0CCE5E64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266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AB9A9-B8D1-DAD1-8EDE-91BD5745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389F7E-3B07-2D1F-314D-B392277A0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C1F12F-5046-72F5-C385-3C73DC983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471499-3F19-880B-67E3-DAF1E7A58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C12F97-CC84-042E-A8ED-B66E202F3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B4137C-2863-DC95-97BB-C7CFA7C8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05C6F1F-7A7B-E351-B245-3C4782C0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310825-5AB9-5EF4-4E01-2ED01A47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99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C41FF-0C7E-7E61-5FA3-43121FF0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55211D-B970-F85A-95D7-37A00B2D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C4F101-8AFF-AA38-F91B-BC557F3E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81E79F-1936-B60B-74FF-732B1E44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968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AB9F72-0643-0C7B-3312-8107BCE8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37BEE1-5BA5-5697-0507-F18823C4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0396F0-689A-1E08-0D22-65D13B4D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17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95753-DED1-0735-6EB5-EAE964C9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79105D-CD3E-FEA6-D154-A01B49F84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8034B8-92FB-8A8C-6AD5-06978A8D9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E30A8B-D617-1DCC-66B4-A1E4C1B0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331856-7323-C1EF-D3F2-6057C35B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E9AC95-9751-BC83-908F-9F0BACEC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867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3E22E-A45C-4573-3E06-F693B845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6935EF-4735-F342-8D52-096FB9AF8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630578-98C6-49A0-953F-090BFC645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423DC7-2159-3EDF-D274-B7A03A506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58AB30-36F0-115A-2142-CBB8CC94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251D3B-7BDE-FD81-61CF-58BE3A6E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917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7C4FF-AC80-1D71-DEEF-EF8895FA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E90342-80F1-FDBC-FDE4-9F6FD1AE6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7CAA19-B16A-7686-451A-2CFEEFCA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E99B9E-E2DF-344E-2655-6493DAF6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EA4B50-DB03-2FEB-606E-AD413D5C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825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9A51EC-29B8-A6B6-1875-600ACAC2D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9B6EFF-6D4C-4D81-A851-A9948A924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7A701A-CB2E-3F19-6D6E-641977E6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7B8574-75ED-EFB4-3799-D86731DF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079726-7DA2-F849-6698-9F487E47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04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18B77E-94D8-D659-777D-BD3DB2CE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432211-26AE-E16A-3B0D-4EA6E150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42A700-EDC3-2D87-876E-3E5A8DADA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4AA8F-917F-4E74-B173-295E99F6C09E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4D782-0674-1F98-8EBE-1BAC52DB5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D6590C-01FD-E262-FD40-5338A8901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51AFD-39EA-413A-B80D-6CED52248320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2ACEF7-E436-3465-5D4D-944F8FDAF4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4540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198920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57793AE-70CC-D094-F062-E02F4E323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7269240"/>
              </p:ext>
            </p:extLst>
          </p:nvPr>
        </p:nvGraphicFramePr>
        <p:xfrm>
          <a:off x="2031999" y="718458"/>
          <a:ext cx="8181521" cy="5419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66091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SERRANO, Vodafone Spain</dc:creator>
  <cp:lastModifiedBy>SERGIO SERRANO, Vodafone Spain</cp:lastModifiedBy>
  <cp:revision>3</cp:revision>
  <dcterms:created xsi:type="dcterms:W3CDTF">2026-01-07T21:19:06Z</dcterms:created>
  <dcterms:modified xsi:type="dcterms:W3CDTF">2026-01-07T22:53:26Z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2026-01-07T21:24:53Z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d4a06cd7-108d-4d8d-adf6-62ccf2dcd90f</vt:lpwstr>
  </property>
  <property fmtid="{D5CDD505-2E9C-101B-9397-08002B2CF9AE}" pid="8" name="MSIP_Label_0359f705-2ba0-454b-9cfc-6ce5bcaac040_ContentBits">
    <vt:lpwstr>2</vt:lpwstr>
  </property>
  <property fmtid="{D5CDD505-2E9C-101B-9397-08002B2CF9AE}" pid="9" name="MSIP_Label_0359f705-2ba0-454b-9cfc-6ce5bcaac040_Tag">
    <vt:lpwstr>10, 3, 0, 1</vt:lpwstr>
  </property>
  <property fmtid="{D5CDD505-2E9C-101B-9397-08002B2CF9AE}" pid="10" name="ClassificationContentMarkingFooterLocations">
    <vt:lpwstr>Tema de Office:8</vt:lpwstr>
  </property>
  <property fmtid="{D5CDD505-2E9C-101B-9397-08002B2CF9AE}" pid="11" name="ClassificationContentMarkingFooterText">
    <vt:lpwstr>C2 General</vt:lpwstr>
  </property>
</Properties>
</file>